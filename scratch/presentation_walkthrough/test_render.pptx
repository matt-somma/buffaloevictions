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29dafe761b4fa5" /><Relationship Type="http://schemas.openxmlformats.org/officeDocument/2006/relationships/extended-properties" Target="/docProps/app.xml" Id="R2faf9fd03cb54908" /><Relationship Type="http://schemas.openxmlformats.org/officeDocument/2006/relationships/officeDocument" Target="/ppt/presentation.xml" Id="Rc8c95fa52be248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a8223ac7664006"/>
  </p:sldMasterIdLst>
  <p:notesMasterIdLst>
    <p:notesMasterId xmlns:r="http://schemas.openxmlformats.org/officeDocument/2006/relationships" r:id="Rf1d052aa9cb3406b"/>
  </p:notesMasterIdLst>
  <p:sldIdLst>
    <p:sldId xmlns:r="http://schemas.openxmlformats.org/officeDocument/2006/relationships" id="256" r:id="Rf2154bf190d843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8223ac7664006" /><Relationship Type="http://schemas.openxmlformats.org/officeDocument/2006/relationships/theme" Target="/ppt/theme/theme1.xml" Id="R21878ad9277a4df9" /><Relationship Type="http://schemas.openxmlformats.org/officeDocument/2006/relationships/notesMaster" Target="/ppt/notesMasters/notesMaster1.xml" Id="Rf1d052aa9cb3406b" /><Relationship Type="http://schemas.openxmlformats.org/officeDocument/2006/relationships/presProps" Target="/ppt/presProps.xml" Id="R263f5b52483d4798" /><Relationship Type="http://schemas.openxmlformats.org/officeDocument/2006/relationships/viewProps" Target="/ppt/viewProps.xml" Id="R163d0c68752c40fe" /><Relationship Type="http://schemas.openxmlformats.org/officeDocument/2006/relationships/tableStyles" Target="/ppt/tableStyles.xml" Id="R31870af6b2c04cda" /><Relationship Type="http://schemas.openxmlformats.org/officeDocument/2006/relationships/slide" Target="/ppt/slides/slide1.xml" Id="Rf2154bf190d843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09a5295e1584a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cde59cfe0c46e1" /><Relationship Type="http://schemas.openxmlformats.org/officeDocument/2006/relationships/notesMaster" Target="/ppt/notesMasters/notesMaster1.xml" Id="R8790a7c99bd744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2adffada74e0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4c72d137c204a65" /><Relationship Type="http://schemas.openxmlformats.org/officeDocument/2006/relationships/slideLayout" Target="/ppt/slideLayouts/slideLayout2.xml" Id="Raca910ec222d4e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a910ec222d4e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99b27e5e1d4ab8" /><Relationship Type="http://schemas.openxmlformats.org/officeDocument/2006/relationships/notesSlide" Target="/ppt/notesSlides/notesSlide1.xml" Id="Rabcddd1ccc8e48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EC39B42-9051-439E-BFFF-3E47C700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Test Render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20C465-3D7D-427D-8977-3F20B5FA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44444"/>
                </a:solidFill>
              </a:defRPr>
            </a:pPr>
            <a:r>
              <a:rPr sz="1800">
                <a:solidFill>
                  <a:srgbClr val="444444"/>
                </a:solidFill>
              </a:rPr>
              <a:t>If this works, we can preview slides before export.</a:t>
            </a:r>
          </a:p>
        </p:txBody>
      </p:sp>
    </p:spTree>
    <p:extLst>
      <p:ext uri="{BB962C8B-B14F-4D97-AF65-F5344CB8AC3E}">
        <p14:creationId xmlns:p14="http://schemas.microsoft.com/office/powerpoint/2010/main" val="973510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2026-05-18T14:37:14.6480000Z</dcterms:created>
  <dcterms:modified xsi:type="dcterms:W3CDTF">2026-05-18T14:37:14.6480000Z</dcterms:modified>
</coreProperties>
</file>